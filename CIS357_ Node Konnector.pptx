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autoCompressPictures="0" strictFirstAndLastChars="0" saveSubsetFonts="1">
  <p:sldMasterIdLst>
    <p:sldMasterId id="214748365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None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None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None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None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None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None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None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None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None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11" Type="http://schemas.openxmlformats.org/officeDocument/2006/relationships/slide" Target="slides/slide7.xml"/><Relationship Id="rId22" Type="http://schemas.openxmlformats.org/officeDocument/2006/relationships/slide" Target="slides/slide18.xml"/><Relationship Id="rId10" Type="http://schemas.openxmlformats.org/officeDocument/2006/relationships/slide" Target="slides/slide6.xml"/><Relationship Id="rId21" Type="http://schemas.openxmlformats.org/officeDocument/2006/relationships/slide" Target="slides/slide17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schemas.openxmlformats.org/officeDocument/2006/relationships/slide" Target="slides/slide15.xml"/><Relationship Id="rId6" Type="http://schemas.openxmlformats.org/officeDocument/2006/relationships/slide" Target="slides/slide2.xml"/><Relationship Id="rId18" Type="http://schemas.openxmlformats.org/officeDocument/2006/relationships/slide" Target="slides/slide14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4" name="Shape 4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wrap="square" tIns="91425"/>
          <a:lstStyle>
            <a:lvl1pPr lvl="0">
              <a:spcBef>
                <a:spcPts val="0"/>
              </a:spcBef>
              <a:buSzPts val="1100"/>
              <a:buChar char="●"/>
              <a:defRPr sz="1100"/>
            </a:lvl1pPr>
            <a:lvl2pPr lvl="1">
              <a:spcBef>
                <a:spcPts val="0"/>
              </a:spcBef>
              <a:buSzPts val="1100"/>
              <a:buChar char="○"/>
              <a:defRPr sz="1100"/>
            </a:lvl2pPr>
            <a:lvl3pPr lvl="2">
              <a:spcBef>
                <a:spcPts val="0"/>
              </a:spcBef>
              <a:buSzPts val="1100"/>
              <a:buChar char="■"/>
              <a:defRPr sz="1100"/>
            </a:lvl3pPr>
            <a:lvl4pPr lvl="3">
              <a:spcBef>
                <a:spcPts val="0"/>
              </a:spcBef>
              <a:buSzPts val="1100"/>
              <a:buChar char="●"/>
              <a:defRPr sz="1100"/>
            </a:lvl4pPr>
            <a:lvl5pPr lvl="4">
              <a:spcBef>
                <a:spcPts val="0"/>
              </a:spcBef>
              <a:buSzPts val="1100"/>
              <a:buChar char="○"/>
              <a:defRPr sz="1100"/>
            </a:lvl5pPr>
            <a:lvl6pPr lvl="5">
              <a:spcBef>
                <a:spcPts val="0"/>
              </a:spcBef>
              <a:buSzPts val="1100"/>
              <a:buChar char="■"/>
              <a:defRPr sz="1100"/>
            </a:lvl6pPr>
            <a:lvl7pPr lvl="6">
              <a:spcBef>
                <a:spcPts val="0"/>
              </a:spcBef>
              <a:buSzPts val="1100"/>
              <a:buChar char="●"/>
              <a:defRPr sz="1100"/>
            </a:lvl7pPr>
            <a:lvl8pPr lvl="7">
              <a:spcBef>
                <a:spcPts val="0"/>
              </a:spcBef>
              <a:buSzPts val="1100"/>
              <a:buChar char="○"/>
              <a:defRPr sz="1100"/>
            </a:lvl8pPr>
            <a:lvl9pPr lvl="8">
              <a:spcBef>
                <a:spcPts val="0"/>
              </a:spcBef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51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Shape 52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Shape 58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Shape 59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Shape 64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Shape 65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Shape 70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Shape 71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Shape 79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Shape 80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hape 91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Shape 92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Shape 97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Shape 98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Shape 107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Shape 108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Shape 113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Shape 114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Shape 122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Shape 123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Shape 128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Shape 129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Shape 138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Shape 139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Shape 150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Shape 151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Shape 162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Shape 163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Shape 175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" name="Shape 176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Shape 189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0" name="Shape 190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Shape 199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0" name="Shape 200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Shape 204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" name="Shape 205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type="title">
  <p:cSld name="Title slid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rIns="91425" wrap="square" tIns="91425"/>
          <a:lstStyle>
            <a:lvl1pPr lvl="0" algn="ctr">
              <a:spcBef>
                <a:spcPts val="0"/>
              </a:spcBef>
              <a:buSzPts val="5200"/>
              <a:buNone/>
              <a:defRPr sz="5200"/>
            </a:lvl1pPr>
            <a:lvl2pPr lvl="1" algn="ctr">
              <a:spcBef>
                <a:spcPts val="0"/>
              </a:spcBef>
              <a:buSzPts val="5200"/>
              <a:buNone/>
              <a:defRPr sz="5200"/>
            </a:lvl2pPr>
            <a:lvl3pPr lvl="2" algn="ctr">
              <a:spcBef>
                <a:spcPts val="0"/>
              </a:spcBef>
              <a:buSzPts val="5200"/>
              <a:buNone/>
              <a:defRPr sz="5200"/>
            </a:lvl3pPr>
            <a:lvl4pPr lvl="3" algn="ctr">
              <a:spcBef>
                <a:spcPts val="0"/>
              </a:spcBef>
              <a:buSzPts val="5200"/>
              <a:buNone/>
              <a:defRPr sz="5200"/>
            </a:lvl4pPr>
            <a:lvl5pPr lvl="4" algn="ctr">
              <a:spcBef>
                <a:spcPts val="0"/>
              </a:spcBef>
              <a:buSzPts val="5200"/>
              <a:buNone/>
              <a:defRPr sz="5200"/>
            </a:lvl5pPr>
            <a:lvl6pPr lvl="5" algn="ctr">
              <a:spcBef>
                <a:spcPts val="0"/>
              </a:spcBef>
              <a:buSzPts val="5200"/>
              <a:buNone/>
              <a:defRPr sz="5200"/>
            </a:lvl6pPr>
            <a:lvl7pPr lvl="6" algn="ctr">
              <a:spcBef>
                <a:spcPts val="0"/>
              </a:spcBef>
              <a:buSzPts val="5200"/>
              <a:buNone/>
              <a:defRPr sz="5200"/>
            </a:lvl7pPr>
            <a:lvl8pPr lvl="7" algn="ctr">
              <a:spcBef>
                <a:spcPts val="0"/>
              </a:spcBef>
              <a:buSzPts val="5200"/>
              <a:buNone/>
              <a:defRPr sz="5200"/>
            </a:lvl8pPr>
            <a:lvl9pPr lvl="8" algn="ctr">
              <a:spcBef>
                <a:spcPts val="0"/>
              </a:spcBef>
              <a:buSzPts val="5200"/>
              <a:buNone/>
              <a:defRPr sz="5200"/>
            </a:lvl9pPr>
          </a:lstStyle>
          <a:p/>
        </p:txBody>
      </p:sp>
      <p:sp>
        <p:nvSpPr>
          <p:cNvPr id="11" name="Shape 11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rIns="91425" wrap="square" tIns="91425"/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Shape 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buNone/>
            </a:pPr>
            <a:fld id="{00000000-1234-1234-1234-123412341234}" type="slidenum">
              <a:rPr lang="en"/>
              <a:t>‹#›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type="secHead">
  <p:cSld name="Section 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hape 1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rIns="91425" wrap="square" tIns="91425"/>
          <a:lstStyle>
            <a:lvl1pPr lvl="0" algn="ctr">
              <a:spcBef>
                <a:spcPts val="0"/>
              </a:spcBef>
              <a:buSzPts val="3600"/>
              <a:buNone/>
              <a:defRPr sz="3600"/>
            </a:lvl1pPr>
            <a:lvl2pPr lvl="1" algn="ctr">
              <a:spcBef>
                <a:spcPts val="0"/>
              </a:spcBef>
              <a:buSzPts val="3600"/>
              <a:buNone/>
              <a:defRPr sz="3600"/>
            </a:lvl2pPr>
            <a:lvl3pPr lvl="2" algn="ctr">
              <a:spcBef>
                <a:spcPts val="0"/>
              </a:spcBef>
              <a:buSzPts val="3600"/>
              <a:buNone/>
              <a:defRPr sz="3600"/>
            </a:lvl3pPr>
            <a:lvl4pPr lvl="3" algn="ctr">
              <a:spcBef>
                <a:spcPts val="0"/>
              </a:spcBef>
              <a:buSzPts val="3600"/>
              <a:buNone/>
              <a:defRPr sz="3600"/>
            </a:lvl4pPr>
            <a:lvl5pPr lvl="4" algn="ctr">
              <a:spcBef>
                <a:spcPts val="0"/>
              </a:spcBef>
              <a:buSzPts val="3600"/>
              <a:buNone/>
              <a:defRPr sz="3600"/>
            </a:lvl5pPr>
            <a:lvl6pPr lvl="5" algn="ctr">
              <a:spcBef>
                <a:spcPts val="0"/>
              </a:spcBef>
              <a:buSzPts val="3600"/>
              <a:buNone/>
              <a:defRPr sz="3600"/>
            </a:lvl6pPr>
            <a:lvl7pPr lvl="6" algn="ctr">
              <a:spcBef>
                <a:spcPts val="0"/>
              </a:spcBef>
              <a:buSzPts val="3600"/>
              <a:buNone/>
              <a:defRPr sz="3600"/>
            </a:lvl7pPr>
            <a:lvl8pPr lvl="7" algn="ctr">
              <a:spcBef>
                <a:spcPts val="0"/>
              </a:spcBef>
              <a:buSzPts val="3600"/>
              <a:buNone/>
              <a:defRPr sz="3600"/>
            </a:lvl8pPr>
            <a:lvl9pPr lvl="8" algn="ctr">
              <a:spcBef>
                <a:spcPts val="0"/>
              </a:spcBef>
              <a:buSzPts val="3600"/>
              <a:buNone/>
              <a:defRPr sz="3600"/>
            </a:lvl9pPr>
          </a:lstStyle>
          <a:p/>
        </p:txBody>
      </p:sp>
      <p:sp>
        <p:nvSpPr>
          <p:cNvPr id="15" name="Shape 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buNone/>
            </a:pPr>
            <a:fld id="{00000000-1234-1234-1234-123412341234}" type="slidenum">
              <a:rPr lang="en"/>
              <a:t>‹#›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type="tx">
  <p:cSld name="Title and 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hape 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rIns="91425" wrap="square" tIns="91425"/>
          <a:lstStyle>
            <a:lvl1pPr lvl="0">
              <a:spcBef>
                <a:spcPts val="0"/>
              </a:spcBef>
              <a:buSzPts val="2800"/>
              <a:buNone/>
              <a:defRPr/>
            </a:lvl1pPr>
            <a:lvl2pPr lvl="1">
              <a:spcBef>
                <a:spcPts val="0"/>
              </a:spcBef>
              <a:buSzPts val="2800"/>
              <a:buNone/>
              <a:defRPr/>
            </a:lvl2pPr>
            <a:lvl3pPr lvl="2">
              <a:spcBef>
                <a:spcPts val="0"/>
              </a:spcBef>
              <a:buSzPts val="2800"/>
              <a:buNone/>
              <a:defRPr/>
            </a:lvl3pPr>
            <a:lvl4pPr lvl="3">
              <a:spcBef>
                <a:spcPts val="0"/>
              </a:spcBef>
              <a:buSzPts val="2800"/>
              <a:buNone/>
              <a:defRPr/>
            </a:lvl4pPr>
            <a:lvl5pPr lvl="4">
              <a:spcBef>
                <a:spcPts val="0"/>
              </a:spcBef>
              <a:buSzPts val="2800"/>
              <a:buNone/>
              <a:defRPr/>
            </a:lvl5pPr>
            <a:lvl6pPr lvl="5">
              <a:spcBef>
                <a:spcPts val="0"/>
              </a:spcBef>
              <a:buSzPts val="2800"/>
              <a:buNone/>
              <a:defRPr/>
            </a:lvl6pPr>
            <a:lvl7pPr lvl="6">
              <a:spcBef>
                <a:spcPts val="0"/>
              </a:spcBef>
              <a:buSzPts val="2800"/>
              <a:buNone/>
              <a:defRPr/>
            </a:lvl7pPr>
            <a:lvl8pPr lvl="7">
              <a:spcBef>
                <a:spcPts val="0"/>
              </a:spcBef>
              <a:buSzPts val="2800"/>
              <a:buNone/>
              <a:defRPr/>
            </a:lvl8pPr>
            <a:lvl9pPr lvl="8">
              <a:spcBef>
                <a:spcPts val="0"/>
              </a:spcBef>
              <a:buSzPts val="2800"/>
              <a:buNone/>
              <a:defRPr/>
            </a:lvl9pPr>
          </a:lstStyle>
          <a:p/>
        </p:txBody>
      </p:sp>
      <p:sp>
        <p:nvSpPr>
          <p:cNvPr id="18" name="Shape 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rIns="91425" wrap="square" tIns="91425"/>
          <a:lstStyle>
            <a:lvl1pPr lvl="0">
              <a:spcBef>
                <a:spcPts val="0"/>
              </a:spcBef>
              <a:buSzPts val="1800"/>
              <a:buChar char="●"/>
              <a:defRPr/>
            </a:lvl1pPr>
            <a:lvl2pPr lvl="1">
              <a:spcBef>
                <a:spcPts val="0"/>
              </a:spcBef>
              <a:buSzPts val="1400"/>
              <a:buChar char="○"/>
              <a:defRPr/>
            </a:lvl2pPr>
            <a:lvl3pPr lvl="2">
              <a:spcBef>
                <a:spcPts val="0"/>
              </a:spcBef>
              <a:buSzPts val="1400"/>
              <a:buChar char="■"/>
              <a:defRPr/>
            </a:lvl3pPr>
            <a:lvl4pPr lvl="3">
              <a:spcBef>
                <a:spcPts val="0"/>
              </a:spcBef>
              <a:buSzPts val="1400"/>
              <a:buChar char="●"/>
              <a:defRPr/>
            </a:lvl4pPr>
            <a:lvl5pPr lvl="4">
              <a:spcBef>
                <a:spcPts val="0"/>
              </a:spcBef>
              <a:buSzPts val="1400"/>
              <a:buChar char="○"/>
              <a:defRPr/>
            </a:lvl5pPr>
            <a:lvl6pPr lvl="5">
              <a:spcBef>
                <a:spcPts val="0"/>
              </a:spcBef>
              <a:buSzPts val="1400"/>
              <a:buChar char="■"/>
              <a:defRPr/>
            </a:lvl6pPr>
            <a:lvl7pPr lvl="6">
              <a:spcBef>
                <a:spcPts val="0"/>
              </a:spcBef>
              <a:buSzPts val="1400"/>
              <a:buChar char="●"/>
              <a:defRPr/>
            </a:lvl7pPr>
            <a:lvl8pPr lvl="7">
              <a:spcBef>
                <a:spcPts val="0"/>
              </a:spcBef>
              <a:buSzPts val="1400"/>
              <a:buChar char="○"/>
              <a:defRPr/>
            </a:lvl8pPr>
            <a:lvl9pPr lvl="8">
              <a:spcBef>
                <a:spcPts val="0"/>
              </a:spcBef>
              <a:buSzPts val="1400"/>
              <a:buChar char="■"/>
              <a:defRPr/>
            </a:lvl9pPr>
          </a:lstStyle>
          <a:p/>
        </p:txBody>
      </p:sp>
      <p:sp>
        <p:nvSpPr>
          <p:cNvPr id="19" name="Shape 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buNone/>
            </a:pPr>
            <a:fld id="{00000000-1234-1234-1234-123412341234}" type="slidenum">
              <a:rPr lang="en"/>
              <a:t>‹#›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type="twoColTx">
  <p:cSld name="Title and two 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Shape 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rIns="91425" wrap="square" tIns="91425"/>
          <a:lstStyle>
            <a:lvl1pPr lvl="0">
              <a:spcBef>
                <a:spcPts val="0"/>
              </a:spcBef>
              <a:buSzPts val="2800"/>
              <a:buNone/>
              <a:defRPr/>
            </a:lvl1pPr>
            <a:lvl2pPr lvl="1">
              <a:spcBef>
                <a:spcPts val="0"/>
              </a:spcBef>
              <a:buSzPts val="2800"/>
              <a:buNone/>
              <a:defRPr/>
            </a:lvl2pPr>
            <a:lvl3pPr lvl="2">
              <a:spcBef>
                <a:spcPts val="0"/>
              </a:spcBef>
              <a:buSzPts val="2800"/>
              <a:buNone/>
              <a:defRPr/>
            </a:lvl3pPr>
            <a:lvl4pPr lvl="3">
              <a:spcBef>
                <a:spcPts val="0"/>
              </a:spcBef>
              <a:buSzPts val="2800"/>
              <a:buNone/>
              <a:defRPr/>
            </a:lvl4pPr>
            <a:lvl5pPr lvl="4">
              <a:spcBef>
                <a:spcPts val="0"/>
              </a:spcBef>
              <a:buSzPts val="2800"/>
              <a:buNone/>
              <a:defRPr/>
            </a:lvl5pPr>
            <a:lvl6pPr lvl="5">
              <a:spcBef>
                <a:spcPts val="0"/>
              </a:spcBef>
              <a:buSzPts val="2800"/>
              <a:buNone/>
              <a:defRPr/>
            </a:lvl6pPr>
            <a:lvl7pPr lvl="6">
              <a:spcBef>
                <a:spcPts val="0"/>
              </a:spcBef>
              <a:buSzPts val="2800"/>
              <a:buNone/>
              <a:defRPr/>
            </a:lvl7pPr>
            <a:lvl8pPr lvl="7">
              <a:spcBef>
                <a:spcPts val="0"/>
              </a:spcBef>
              <a:buSzPts val="2800"/>
              <a:buNone/>
              <a:defRPr/>
            </a:lvl8pPr>
            <a:lvl9pPr lvl="8">
              <a:spcBef>
                <a:spcPts val="0"/>
              </a:spcBef>
              <a:buSzPts val="2800"/>
              <a:buNone/>
              <a:defRPr/>
            </a:lvl9pPr>
          </a:lstStyle>
          <a:p/>
        </p:txBody>
      </p:sp>
      <p:sp>
        <p:nvSpPr>
          <p:cNvPr id="22" name="Shape 22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rIns="91425" wrap="square" tIns="91425"/>
          <a:lstStyle>
            <a:lvl1pPr lvl="0">
              <a:spcBef>
                <a:spcPts val="0"/>
              </a:spcBef>
              <a:buSzPts val="1400"/>
              <a:buChar char="●"/>
              <a:defRPr sz="1400"/>
            </a:lvl1pPr>
            <a:lvl2pPr lvl="1">
              <a:spcBef>
                <a:spcPts val="0"/>
              </a:spcBef>
              <a:buSzPts val="1200"/>
              <a:buChar char="○"/>
              <a:defRPr sz="1200"/>
            </a:lvl2pPr>
            <a:lvl3pPr lvl="2">
              <a:spcBef>
                <a:spcPts val="0"/>
              </a:spcBef>
              <a:buSzPts val="1200"/>
              <a:buChar char="■"/>
              <a:defRPr sz="1200"/>
            </a:lvl3pPr>
            <a:lvl4pPr lvl="3">
              <a:spcBef>
                <a:spcPts val="0"/>
              </a:spcBef>
              <a:buSzPts val="1200"/>
              <a:buChar char="●"/>
              <a:defRPr sz="1200"/>
            </a:lvl4pPr>
            <a:lvl5pPr lvl="4">
              <a:spcBef>
                <a:spcPts val="0"/>
              </a:spcBef>
              <a:buSzPts val="1200"/>
              <a:buChar char="○"/>
              <a:defRPr sz="1200"/>
            </a:lvl5pPr>
            <a:lvl6pPr lvl="5">
              <a:spcBef>
                <a:spcPts val="0"/>
              </a:spcBef>
              <a:buSzPts val="1200"/>
              <a:buChar char="■"/>
              <a:defRPr sz="1200"/>
            </a:lvl6pPr>
            <a:lvl7pPr lvl="6">
              <a:spcBef>
                <a:spcPts val="0"/>
              </a:spcBef>
              <a:buSzPts val="1200"/>
              <a:buChar char="●"/>
              <a:defRPr sz="1200"/>
            </a:lvl7pPr>
            <a:lvl8pPr lvl="7">
              <a:spcBef>
                <a:spcPts val="0"/>
              </a:spcBef>
              <a:buSzPts val="1200"/>
              <a:buChar char="○"/>
              <a:defRPr sz="1200"/>
            </a:lvl8pPr>
            <a:lvl9pPr lvl="8">
              <a:spcBef>
                <a:spcPts val="0"/>
              </a:spcBef>
              <a:buSzPts val="1200"/>
              <a:buChar char="■"/>
              <a:defRPr sz="1200"/>
            </a:lvl9pPr>
          </a:lstStyle>
          <a:p/>
        </p:txBody>
      </p:sp>
      <p:sp>
        <p:nvSpPr>
          <p:cNvPr id="23" name="Shape 23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rIns="91425" wrap="square" tIns="91425"/>
          <a:lstStyle>
            <a:lvl1pPr lvl="0">
              <a:spcBef>
                <a:spcPts val="0"/>
              </a:spcBef>
              <a:buSzPts val="1400"/>
              <a:buChar char="●"/>
              <a:defRPr sz="1400"/>
            </a:lvl1pPr>
            <a:lvl2pPr lvl="1">
              <a:spcBef>
                <a:spcPts val="0"/>
              </a:spcBef>
              <a:buSzPts val="1200"/>
              <a:buChar char="○"/>
              <a:defRPr sz="1200"/>
            </a:lvl2pPr>
            <a:lvl3pPr lvl="2">
              <a:spcBef>
                <a:spcPts val="0"/>
              </a:spcBef>
              <a:buSzPts val="1200"/>
              <a:buChar char="■"/>
              <a:defRPr sz="1200"/>
            </a:lvl3pPr>
            <a:lvl4pPr lvl="3">
              <a:spcBef>
                <a:spcPts val="0"/>
              </a:spcBef>
              <a:buSzPts val="1200"/>
              <a:buChar char="●"/>
              <a:defRPr sz="1200"/>
            </a:lvl4pPr>
            <a:lvl5pPr lvl="4">
              <a:spcBef>
                <a:spcPts val="0"/>
              </a:spcBef>
              <a:buSzPts val="1200"/>
              <a:buChar char="○"/>
              <a:defRPr sz="1200"/>
            </a:lvl5pPr>
            <a:lvl6pPr lvl="5">
              <a:spcBef>
                <a:spcPts val="0"/>
              </a:spcBef>
              <a:buSzPts val="1200"/>
              <a:buChar char="■"/>
              <a:defRPr sz="1200"/>
            </a:lvl6pPr>
            <a:lvl7pPr lvl="6">
              <a:spcBef>
                <a:spcPts val="0"/>
              </a:spcBef>
              <a:buSzPts val="1200"/>
              <a:buChar char="●"/>
              <a:defRPr sz="1200"/>
            </a:lvl7pPr>
            <a:lvl8pPr lvl="7">
              <a:spcBef>
                <a:spcPts val="0"/>
              </a:spcBef>
              <a:buSzPts val="1200"/>
              <a:buChar char="○"/>
              <a:defRPr sz="1200"/>
            </a:lvl8pPr>
            <a:lvl9pPr lvl="8">
              <a:spcBef>
                <a:spcPts val="0"/>
              </a:spcBef>
              <a:buSzPts val="1200"/>
              <a:buChar char="■"/>
              <a:defRPr sz="1200"/>
            </a:lvl9pPr>
          </a:lstStyle>
          <a:p/>
        </p:txBody>
      </p:sp>
      <p:sp>
        <p:nvSpPr>
          <p:cNvPr id="24" name="Shape 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buNone/>
            </a:pPr>
            <a:fld id="{00000000-1234-1234-1234-123412341234}" type="slidenum">
              <a:rPr lang="en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type="titleOnly">
  <p:cSld name="Title 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Shape 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rIns="91425" wrap="square" tIns="91425"/>
          <a:lstStyle>
            <a:lvl1pPr lvl="0">
              <a:spcBef>
                <a:spcPts val="0"/>
              </a:spcBef>
              <a:buSzPts val="2800"/>
              <a:buNone/>
              <a:defRPr/>
            </a:lvl1pPr>
            <a:lvl2pPr lvl="1">
              <a:spcBef>
                <a:spcPts val="0"/>
              </a:spcBef>
              <a:buSzPts val="2800"/>
              <a:buNone/>
              <a:defRPr/>
            </a:lvl2pPr>
            <a:lvl3pPr lvl="2">
              <a:spcBef>
                <a:spcPts val="0"/>
              </a:spcBef>
              <a:buSzPts val="2800"/>
              <a:buNone/>
              <a:defRPr/>
            </a:lvl3pPr>
            <a:lvl4pPr lvl="3">
              <a:spcBef>
                <a:spcPts val="0"/>
              </a:spcBef>
              <a:buSzPts val="2800"/>
              <a:buNone/>
              <a:defRPr/>
            </a:lvl4pPr>
            <a:lvl5pPr lvl="4">
              <a:spcBef>
                <a:spcPts val="0"/>
              </a:spcBef>
              <a:buSzPts val="2800"/>
              <a:buNone/>
              <a:defRPr/>
            </a:lvl5pPr>
            <a:lvl6pPr lvl="5">
              <a:spcBef>
                <a:spcPts val="0"/>
              </a:spcBef>
              <a:buSzPts val="2800"/>
              <a:buNone/>
              <a:defRPr/>
            </a:lvl6pPr>
            <a:lvl7pPr lvl="6">
              <a:spcBef>
                <a:spcPts val="0"/>
              </a:spcBef>
              <a:buSzPts val="2800"/>
              <a:buNone/>
              <a:defRPr/>
            </a:lvl7pPr>
            <a:lvl8pPr lvl="7">
              <a:spcBef>
                <a:spcPts val="0"/>
              </a:spcBef>
              <a:buSzPts val="2800"/>
              <a:buNone/>
              <a:defRPr/>
            </a:lvl8pPr>
            <a:lvl9pPr lvl="8">
              <a:spcBef>
                <a:spcPts val="0"/>
              </a:spcBef>
              <a:buSzPts val="2800"/>
              <a:buNone/>
              <a:defRPr/>
            </a:lvl9pPr>
          </a:lstStyle>
          <a:p/>
        </p:txBody>
      </p:sp>
      <p:sp>
        <p:nvSpPr>
          <p:cNvPr id="27" name="Shape 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buNone/>
            </a:pPr>
            <a:fld id="{00000000-1234-1234-1234-123412341234}" type="slidenum">
              <a:rPr lang="en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 name="One column 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Shape 2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rIns="91425" wrap="square" tIns="91425"/>
          <a:lstStyle>
            <a:lvl1pPr lvl="0">
              <a:spcBef>
                <a:spcPts val="0"/>
              </a:spcBef>
              <a:buSzPts val="2400"/>
              <a:buNone/>
              <a:defRPr sz="2400"/>
            </a:lvl1pPr>
            <a:lvl2pPr lvl="1">
              <a:spcBef>
                <a:spcPts val="0"/>
              </a:spcBef>
              <a:buSzPts val="2400"/>
              <a:buNone/>
              <a:defRPr sz="2400"/>
            </a:lvl2pPr>
            <a:lvl3pPr lvl="2">
              <a:spcBef>
                <a:spcPts val="0"/>
              </a:spcBef>
              <a:buSzPts val="2400"/>
              <a:buNone/>
              <a:defRPr sz="2400"/>
            </a:lvl3pPr>
            <a:lvl4pPr lvl="3">
              <a:spcBef>
                <a:spcPts val="0"/>
              </a:spcBef>
              <a:buSzPts val="2400"/>
              <a:buNone/>
              <a:defRPr sz="2400"/>
            </a:lvl4pPr>
            <a:lvl5pPr lvl="4">
              <a:spcBef>
                <a:spcPts val="0"/>
              </a:spcBef>
              <a:buSzPts val="2400"/>
              <a:buNone/>
              <a:defRPr sz="2400"/>
            </a:lvl5pPr>
            <a:lvl6pPr lvl="5">
              <a:spcBef>
                <a:spcPts val="0"/>
              </a:spcBef>
              <a:buSzPts val="2400"/>
              <a:buNone/>
              <a:defRPr sz="2400"/>
            </a:lvl6pPr>
            <a:lvl7pPr lvl="6">
              <a:spcBef>
                <a:spcPts val="0"/>
              </a:spcBef>
              <a:buSzPts val="2400"/>
              <a:buNone/>
              <a:defRPr sz="2400"/>
            </a:lvl7pPr>
            <a:lvl8pPr lvl="7">
              <a:spcBef>
                <a:spcPts val="0"/>
              </a:spcBef>
              <a:buSzPts val="2400"/>
              <a:buNone/>
              <a:defRPr sz="2400"/>
            </a:lvl8pPr>
            <a:lvl9pPr lvl="8">
              <a:spcBef>
                <a:spcPts val="0"/>
              </a:spcBef>
              <a:buSzPts val="2400"/>
              <a:buNone/>
              <a:defRPr sz="2400"/>
            </a:lvl9pPr>
          </a:lstStyle>
          <a:p/>
        </p:txBody>
      </p:sp>
      <p:sp>
        <p:nvSpPr>
          <p:cNvPr id="30" name="Shape 30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rIns="91425" wrap="square" tIns="91425"/>
          <a:lstStyle>
            <a:lvl1pPr lvl="0">
              <a:spcBef>
                <a:spcPts val="0"/>
              </a:spcBef>
              <a:buSzPts val="1200"/>
              <a:buChar char="●"/>
              <a:defRPr sz="1200"/>
            </a:lvl1pPr>
            <a:lvl2pPr lvl="1">
              <a:spcBef>
                <a:spcPts val="0"/>
              </a:spcBef>
              <a:buSzPts val="1200"/>
              <a:buChar char="○"/>
              <a:defRPr sz="1200"/>
            </a:lvl2pPr>
            <a:lvl3pPr lvl="2">
              <a:spcBef>
                <a:spcPts val="0"/>
              </a:spcBef>
              <a:buSzPts val="1200"/>
              <a:buChar char="■"/>
              <a:defRPr sz="1200"/>
            </a:lvl3pPr>
            <a:lvl4pPr lvl="3">
              <a:spcBef>
                <a:spcPts val="0"/>
              </a:spcBef>
              <a:buSzPts val="1200"/>
              <a:buChar char="●"/>
              <a:defRPr sz="1200"/>
            </a:lvl4pPr>
            <a:lvl5pPr lvl="4">
              <a:spcBef>
                <a:spcPts val="0"/>
              </a:spcBef>
              <a:buSzPts val="1200"/>
              <a:buChar char="○"/>
              <a:defRPr sz="1200"/>
            </a:lvl5pPr>
            <a:lvl6pPr lvl="5">
              <a:spcBef>
                <a:spcPts val="0"/>
              </a:spcBef>
              <a:buSzPts val="1200"/>
              <a:buChar char="■"/>
              <a:defRPr sz="1200"/>
            </a:lvl6pPr>
            <a:lvl7pPr lvl="6">
              <a:spcBef>
                <a:spcPts val="0"/>
              </a:spcBef>
              <a:buSzPts val="1200"/>
              <a:buChar char="●"/>
              <a:defRPr sz="1200"/>
            </a:lvl7pPr>
            <a:lvl8pPr lvl="7">
              <a:spcBef>
                <a:spcPts val="0"/>
              </a:spcBef>
              <a:buSzPts val="1200"/>
              <a:buChar char="○"/>
              <a:defRPr sz="1200"/>
            </a:lvl8pPr>
            <a:lvl9pPr lvl="8">
              <a:spcBef>
                <a:spcPts val="0"/>
              </a:spcBef>
              <a:buSzPts val="1200"/>
              <a:buChar char="■"/>
              <a:defRPr sz="1200"/>
            </a:lvl9pPr>
          </a:lstStyle>
          <a:p/>
        </p:txBody>
      </p:sp>
      <p:sp>
        <p:nvSpPr>
          <p:cNvPr id="31" name="Shape 3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buNone/>
            </a:pPr>
            <a:fld id="{00000000-1234-1234-1234-123412341234}" type="slidenum">
              <a:rPr lang="en"/>
              <a:t>‹#›</a:t>
            </a:fld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 name="Main 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Shape 33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rIns="91425" wrap="square" tIns="91425"/>
          <a:lstStyle>
            <a:lvl1pPr lvl="0">
              <a:spcBef>
                <a:spcPts val="0"/>
              </a:spcBef>
              <a:buSzPts val="4800"/>
              <a:buNone/>
              <a:defRPr sz="4800"/>
            </a:lvl1pPr>
            <a:lvl2pPr lvl="1">
              <a:spcBef>
                <a:spcPts val="0"/>
              </a:spcBef>
              <a:buSzPts val="4800"/>
              <a:buNone/>
              <a:defRPr sz="4800"/>
            </a:lvl2pPr>
            <a:lvl3pPr lvl="2">
              <a:spcBef>
                <a:spcPts val="0"/>
              </a:spcBef>
              <a:buSzPts val="4800"/>
              <a:buNone/>
              <a:defRPr sz="4800"/>
            </a:lvl3pPr>
            <a:lvl4pPr lvl="3">
              <a:spcBef>
                <a:spcPts val="0"/>
              </a:spcBef>
              <a:buSzPts val="4800"/>
              <a:buNone/>
              <a:defRPr sz="4800"/>
            </a:lvl4pPr>
            <a:lvl5pPr lvl="4">
              <a:spcBef>
                <a:spcPts val="0"/>
              </a:spcBef>
              <a:buSzPts val="4800"/>
              <a:buNone/>
              <a:defRPr sz="4800"/>
            </a:lvl5pPr>
            <a:lvl6pPr lvl="5">
              <a:spcBef>
                <a:spcPts val="0"/>
              </a:spcBef>
              <a:buSzPts val="4800"/>
              <a:buNone/>
              <a:defRPr sz="4800"/>
            </a:lvl6pPr>
            <a:lvl7pPr lvl="6">
              <a:spcBef>
                <a:spcPts val="0"/>
              </a:spcBef>
              <a:buSzPts val="4800"/>
              <a:buNone/>
              <a:defRPr sz="4800"/>
            </a:lvl7pPr>
            <a:lvl8pPr lvl="7">
              <a:spcBef>
                <a:spcPts val="0"/>
              </a:spcBef>
              <a:buSzPts val="4800"/>
              <a:buNone/>
              <a:defRPr sz="4800"/>
            </a:lvl8pPr>
            <a:lvl9pPr lvl="8">
              <a:spcBef>
                <a:spcPts val="0"/>
              </a:spcBef>
              <a:buSzPts val="4800"/>
              <a:buNone/>
              <a:defRPr sz="4800"/>
            </a:lvl9pPr>
          </a:lstStyle>
          <a:p/>
        </p:txBody>
      </p:sp>
      <p:sp>
        <p:nvSpPr>
          <p:cNvPr id="34" name="Shape 3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buNone/>
            </a:pPr>
            <a:fld id="{00000000-1234-1234-1234-123412341234}" type="slidenum">
              <a:rPr lang="en"/>
              <a:t>‹#›</a:t>
            </a:fld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 name="Section title and 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Shape 36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37" name="Shape 37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rIns="91425" wrap="square" tIns="91425"/>
          <a:lstStyle>
            <a:lvl1pPr lvl="0" algn="ctr">
              <a:spcBef>
                <a:spcPts val="0"/>
              </a:spcBef>
              <a:buSzPts val="4200"/>
              <a:buNone/>
              <a:defRPr sz="4200"/>
            </a:lvl1pPr>
            <a:lvl2pPr lvl="1" algn="ctr">
              <a:spcBef>
                <a:spcPts val="0"/>
              </a:spcBef>
              <a:buSzPts val="4200"/>
              <a:buNone/>
              <a:defRPr sz="4200"/>
            </a:lvl2pPr>
            <a:lvl3pPr lvl="2" algn="ctr">
              <a:spcBef>
                <a:spcPts val="0"/>
              </a:spcBef>
              <a:buSzPts val="4200"/>
              <a:buNone/>
              <a:defRPr sz="4200"/>
            </a:lvl3pPr>
            <a:lvl4pPr lvl="3" algn="ctr">
              <a:spcBef>
                <a:spcPts val="0"/>
              </a:spcBef>
              <a:buSzPts val="4200"/>
              <a:buNone/>
              <a:defRPr sz="4200"/>
            </a:lvl4pPr>
            <a:lvl5pPr lvl="4" algn="ctr">
              <a:spcBef>
                <a:spcPts val="0"/>
              </a:spcBef>
              <a:buSzPts val="4200"/>
              <a:buNone/>
              <a:defRPr sz="4200"/>
            </a:lvl5pPr>
            <a:lvl6pPr lvl="5" algn="ctr">
              <a:spcBef>
                <a:spcPts val="0"/>
              </a:spcBef>
              <a:buSzPts val="4200"/>
              <a:buNone/>
              <a:defRPr sz="4200"/>
            </a:lvl6pPr>
            <a:lvl7pPr lvl="6" algn="ctr">
              <a:spcBef>
                <a:spcPts val="0"/>
              </a:spcBef>
              <a:buSzPts val="4200"/>
              <a:buNone/>
              <a:defRPr sz="4200"/>
            </a:lvl7pPr>
            <a:lvl8pPr lvl="7" algn="ctr">
              <a:spcBef>
                <a:spcPts val="0"/>
              </a:spcBef>
              <a:buSzPts val="4200"/>
              <a:buNone/>
              <a:defRPr sz="4200"/>
            </a:lvl8pPr>
            <a:lvl9pPr lvl="8" algn="ctr">
              <a:spcBef>
                <a:spcPts val="0"/>
              </a:spcBef>
              <a:buSzPts val="4200"/>
              <a:buNone/>
              <a:defRPr sz="4200"/>
            </a:lvl9pPr>
          </a:lstStyle>
          <a:p/>
        </p:txBody>
      </p:sp>
      <p:sp>
        <p:nvSpPr>
          <p:cNvPr id="38" name="Shape 38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rIns="91425" wrap="square" tIns="91425"/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Shape 3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rIns="91425" wrap="square" tIns="91425"/>
          <a:lstStyle>
            <a:lvl1pPr lvl="0">
              <a:spcBef>
                <a:spcPts val="0"/>
              </a:spcBef>
              <a:buSzPts val="1800"/>
              <a:buChar char="●"/>
              <a:defRPr/>
            </a:lvl1pPr>
            <a:lvl2pPr lvl="1">
              <a:spcBef>
                <a:spcPts val="0"/>
              </a:spcBef>
              <a:buSzPts val="1400"/>
              <a:buChar char="○"/>
              <a:defRPr/>
            </a:lvl2pPr>
            <a:lvl3pPr lvl="2">
              <a:spcBef>
                <a:spcPts val="0"/>
              </a:spcBef>
              <a:buSzPts val="1400"/>
              <a:buChar char="■"/>
              <a:defRPr/>
            </a:lvl3pPr>
            <a:lvl4pPr lvl="3">
              <a:spcBef>
                <a:spcPts val="0"/>
              </a:spcBef>
              <a:buSzPts val="1400"/>
              <a:buChar char="●"/>
              <a:defRPr/>
            </a:lvl4pPr>
            <a:lvl5pPr lvl="4">
              <a:spcBef>
                <a:spcPts val="0"/>
              </a:spcBef>
              <a:buSzPts val="1400"/>
              <a:buChar char="○"/>
              <a:defRPr/>
            </a:lvl5pPr>
            <a:lvl6pPr lvl="5">
              <a:spcBef>
                <a:spcPts val="0"/>
              </a:spcBef>
              <a:buSzPts val="1400"/>
              <a:buChar char="■"/>
              <a:defRPr/>
            </a:lvl6pPr>
            <a:lvl7pPr lvl="6">
              <a:spcBef>
                <a:spcPts val="0"/>
              </a:spcBef>
              <a:buSzPts val="1400"/>
              <a:buChar char="●"/>
              <a:defRPr/>
            </a:lvl7pPr>
            <a:lvl8pPr lvl="7">
              <a:spcBef>
                <a:spcPts val="0"/>
              </a:spcBef>
              <a:buSzPts val="1400"/>
              <a:buChar char="○"/>
              <a:defRPr/>
            </a:lvl8pPr>
            <a:lvl9pPr lvl="8">
              <a:spcBef>
                <a:spcPts val="0"/>
              </a:spcBef>
              <a:buSzPts val="1400"/>
              <a:buChar char="■"/>
              <a:defRPr/>
            </a:lvl9pPr>
          </a:lstStyle>
          <a:p/>
        </p:txBody>
      </p:sp>
      <p:sp>
        <p:nvSpPr>
          <p:cNvPr id="40" name="Shape 4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buNone/>
            </a:pPr>
            <a:fld id="{00000000-1234-1234-1234-123412341234}" type="slidenum">
              <a:rPr lang="en"/>
              <a:t>‹#›</a:t>
            </a:fld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 name="Caption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Shape 4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rIns="91425" wrap="square" tIns="91425"/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Shape 4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buNone/>
            </a:pPr>
            <a:fld id="{00000000-1234-1234-1234-123412341234}" type="slidenum">
              <a:rPr lang="en"/>
              <a:t>‹#›</a:t>
            </a:fld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 name="Big 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Shape 45"/>
          <p:cNvSpPr txBox="1"/>
          <p:nvPr>
            <p:ph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rIns="91425" wrap="square" tIns="91425"/>
          <a:lstStyle>
            <a:lvl1pPr lvl="0" algn="ctr">
              <a:spcBef>
                <a:spcPts val="0"/>
              </a:spcBef>
              <a:buSzPts val="12000"/>
              <a:buNone/>
              <a:defRPr sz="12000"/>
            </a:lvl1pPr>
            <a:lvl2pPr lvl="1" algn="ctr">
              <a:spcBef>
                <a:spcPts val="0"/>
              </a:spcBef>
              <a:buSzPts val="12000"/>
              <a:buNone/>
              <a:defRPr sz="12000"/>
            </a:lvl2pPr>
            <a:lvl3pPr lvl="2" algn="ctr">
              <a:spcBef>
                <a:spcPts val="0"/>
              </a:spcBef>
              <a:buSzPts val="12000"/>
              <a:buNone/>
              <a:defRPr sz="12000"/>
            </a:lvl3pPr>
            <a:lvl4pPr lvl="3" algn="ctr">
              <a:spcBef>
                <a:spcPts val="0"/>
              </a:spcBef>
              <a:buSzPts val="12000"/>
              <a:buNone/>
              <a:defRPr sz="12000"/>
            </a:lvl4pPr>
            <a:lvl5pPr lvl="4" algn="ctr">
              <a:spcBef>
                <a:spcPts val="0"/>
              </a:spcBef>
              <a:buSzPts val="12000"/>
              <a:buNone/>
              <a:defRPr sz="12000"/>
            </a:lvl5pPr>
            <a:lvl6pPr lvl="5" algn="ctr">
              <a:spcBef>
                <a:spcPts val="0"/>
              </a:spcBef>
              <a:buSzPts val="12000"/>
              <a:buNone/>
              <a:defRPr sz="12000"/>
            </a:lvl6pPr>
            <a:lvl7pPr lvl="6" algn="ctr">
              <a:spcBef>
                <a:spcPts val="0"/>
              </a:spcBef>
              <a:buSzPts val="12000"/>
              <a:buNone/>
              <a:defRPr sz="12000"/>
            </a:lvl7pPr>
            <a:lvl8pPr lvl="7" algn="ctr">
              <a:spcBef>
                <a:spcPts val="0"/>
              </a:spcBef>
              <a:buSzPts val="12000"/>
              <a:buNone/>
              <a:defRPr sz="12000"/>
            </a:lvl8pPr>
            <a:lvl9pPr lvl="8" algn="ctr">
              <a:spcBef>
                <a:spcPts val="0"/>
              </a:spcBef>
              <a:buSzPts val="12000"/>
              <a:buNone/>
              <a:defRPr sz="12000"/>
            </a:lvl9pPr>
          </a:lstStyle>
          <a:p/>
        </p:txBody>
      </p:sp>
      <p:sp>
        <p:nvSpPr>
          <p:cNvPr id="46" name="Shape 46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rIns="91425" wrap="square" tIns="91425"/>
          <a:lstStyle>
            <a:lvl1pPr lvl="0" algn="ctr">
              <a:spcBef>
                <a:spcPts val="0"/>
              </a:spcBef>
              <a:buSzPts val="1800"/>
              <a:buChar char="●"/>
              <a:defRPr/>
            </a:lvl1pPr>
            <a:lvl2pPr lvl="1" algn="ctr">
              <a:spcBef>
                <a:spcPts val="0"/>
              </a:spcBef>
              <a:buSzPts val="1400"/>
              <a:buChar char="○"/>
              <a:defRPr/>
            </a:lvl2pPr>
            <a:lvl3pPr lvl="2" algn="ctr">
              <a:spcBef>
                <a:spcPts val="0"/>
              </a:spcBef>
              <a:buSzPts val="1400"/>
              <a:buChar char="■"/>
              <a:defRPr/>
            </a:lvl3pPr>
            <a:lvl4pPr lvl="3" algn="ctr">
              <a:spcBef>
                <a:spcPts val="0"/>
              </a:spcBef>
              <a:buSzPts val="1400"/>
              <a:buChar char="●"/>
              <a:defRPr/>
            </a:lvl4pPr>
            <a:lvl5pPr lvl="4" algn="ctr">
              <a:spcBef>
                <a:spcPts val="0"/>
              </a:spcBef>
              <a:buSzPts val="1400"/>
              <a:buChar char="○"/>
              <a:defRPr/>
            </a:lvl5pPr>
            <a:lvl6pPr lvl="5" algn="ctr">
              <a:spcBef>
                <a:spcPts val="0"/>
              </a:spcBef>
              <a:buSzPts val="1400"/>
              <a:buChar char="■"/>
              <a:defRPr/>
            </a:lvl6pPr>
            <a:lvl7pPr lvl="6" algn="ctr">
              <a:spcBef>
                <a:spcPts val="0"/>
              </a:spcBef>
              <a:buSzPts val="1400"/>
              <a:buChar char="●"/>
              <a:defRPr/>
            </a:lvl7pPr>
            <a:lvl8pPr lvl="7" algn="ctr">
              <a:spcBef>
                <a:spcPts val="0"/>
              </a:spcBef>
              <a:buSzPts val="1400"/>
              <a:buChar char="○"/>
              <a:defRPr/>
            </a:lvl8pPr>
            <a:lvl9pPr lvl="8" algn="ctr">
              <a:spcBef>
                <a:spcPts val="0"/>
              </a:spcBef>
              <a:buSzPts val="1400"/>
              <a:buChar char="■"/>
              <a:defRPr/>
            </a:lvl9pPr>
          </a:lstStyle>
          <a:p/>
        </p:txBody>
      </p:sp>
      <p:sp>
        <p:nvSpPr>
          <p:cNvPr id="47" name="Shape 4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buNone/>
            </a:pPr>
            <a:fld id="{00000000-1234-1234-1234-123412341234}" type="slidenum">
              <a:rPr lang="en"/>
              <a:t>‹#›</a:t>
            </a:fld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Shape 4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buNone/>
            </a:pPr>
            <a:fld id="{00000000-1234-1234-1234-123412341234}" type="slidenum">
              <a:rPr lang="en"/>
              <a:t>‹#›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wrap="square" tIns="91425"/>
          <a:lstStyle>
            <a:lvl1pPr lvl="0">
              <a:spcBef>
                <a:spcPts val="0"/>
              </a:spcBef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Shape 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wrap="square" tIns="91425"/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Shape 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wrap="square" tIns="91425">
            <a:noAutofit/>
          </a:bodyPr>
          <a:lstStyle/>
          <a:p>
            <a:pPr indent="0" lvl="0" marL="0" algn="r">
              <a:spcBef>
                <a:spcPts val="0"/>
              </a:spcBef>
              <a:buNone/>
            </a:pPr>
            <a:fld id="{00000000-1234-1234-1234-123412341234}" type="slidenum">
              <a:rPr lang="en" sz="1000">
                <a:solidFill>
                  <a:schemeClr val="dk2"/>
                </a:solidFill>
              </a:rPr>
              <a:t>‹#›</a:t>
            </a:fld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5.png"/><Relationship Id="rId4" Type="http://schemas.openxmlformats.org/officeDocument/2006/relationships/image" Target="../media/image12.png"/><Relationship Id="rId5" Type="http://schemas.openxmlformats.org/officeDocument/2006/relationships/image" Target="../media/image11.png"/><Relationship Id="rId6" Type="http://schemas.openxmlformats.org/officeDocument/2006/relationships/image" Target="../media/image10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Relationship Id="rId4" Type="http://schemas.openxmlformats.org/officeDocument/2006/relationships/image" Target="../media/image4.png"/><Relationship Id="rId5" Type="http://schemas.openxmlformats.org/officeDocument/2006/relationships/image" Target="../media/image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png"/><Relationship Id="rId4" Type="http://schemas.openxmlformats.org/officeDocument/2006/relationships/image" Target="../media/image23.png"/><Relationship Id="rId5" Type="http://schemas.openxmlformats.org/officeDocument/2006/relationships/image" Target="../media/image43.png"/><Relationship Id="rId6" Type="http://schemas.openxmlformats.org/officeDocument/2006/relationships/image" Target="../media/image2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3.png"/><Relationship Id="rId4" Type="http://schemas.openxmlformats.org/officeDocument/2006/relationships/image" Target="../media/image21.png"/><Relationship Id="rId5" Type="http://schemas.openxmlformats.org/officeDocument/2006/relationships/image" Target="../media/image14.png"/><Relationship Id="rId6" Type="http://schemas.openxmlformats.org/officeDocument/2006/relationships/image" Target="../media/image20.png"/><Relationship Id="rId7" Type="http://schemas.openxmlformats.org/officeDocument/2006/relationships/image" Target="../media/image17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8.png"/><Relationship Id="rId4" Type="http://schemas.openxmlformats.org/officeDocument/2006/relationships/image" Target="../media/image19.png"/><Relationship Id="rId5" Type="http://schemas.openxmlformats.org/officeDocument/2006/relationships/image" Target="../media/image24.png"/><Relationship Id="rId6" Type="http://schemas.openxmlformats.org/officeDocument/2006/relationships/image" Target="../media/image25.png"/><Relationship Id="rId7" Type="http://schemas.openxmlformats.org/officeDocument/2006/relationships/image" Target="../media/image27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5.png"/><Relationship Id="rId4" Type="http://schemas.openxmlformats.org/officeDocument/2006/relationships/image" Target="../media/image26.png"/><Relationship Id="rId5" Type="http://schemas.openxmlformats.org/officeDocument/2006/relationships/image" Target="../media/image30.png"/><Relationship Id="rId6" Type="http://schemas.openxmlformats.org/officeDocument/2006/relationships/image" Target="../media/image28.png"/><Relationship Id="rId7" Type="http://schemas.openxmlformats.org/officeDocument/2006/relationships/image" Target="../media/image31.png"/><Relationship Id="rId8" Type="http://schemas.openxmlformats.org/officeDocument/2006/relationships/image" Target="../media/image29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4.png"/><Relationship Id="rId4" Type="http://schemas.openxmlformats.org/officeDocument/2006/relationships/image" Target="../media/image33.png"/><Relationship Id="rId9" Type="http://schemas.openxmlformats.org/officeDocument/2006/relationships/image" Target="../media/image41.png"/><Relationship Id="rId5" Type="http://schemas.openxmlformats.org/officeDocument/2006/relationships/image" Target="../media/image40.png"/><Relationship Id="rId6" Type="http://schemas.openxmlformats.org/officeDocument/2006/relationships/image" Target="../media/image36.png"/><Relationship Id="rId7" Type="http://schemas.openxmlformats.org/officeDocument/2006/relationships/image" Target="../media/image37.png"/><Relationship Id="rId8" Type="http://schemas.openxmlformats.org/officeDocument/2006/relationships/image" Target="../media/image39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42.png"/><Relationship Id="rId4" Type="http://schemas.openxmlformats.org/officeDocument/2006/relationships/image" Target="../media/image3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bg>
      <p:bgPr>
        <a:solidFill>
          <a:srgbClr val="000000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Shape 54"/>
          <p:cNvSpPr txBox="1"/>
          <p:nvPr>
            <p:ph idx="1" type="subTitle"/>
          </p:nvPr>
        </p:nvSpPr>
        <p:spPr>
          <a:xfrm>
            <a:off x="304350" y="3055125"/>
            <a:ext cx="8535300" cy="956400"/>
          </a:xfrm>
          <a:prstGeom prst="rect">
            <a:avLst/>
          </a:prstGeom>
        </p:spPr>
        <p:txBody>
          <a:bodyPr anchorCtr="0" anchor="t" bIns="91425" lIns="91425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buNone/>
            </a:pPr>
            <a:r>
              <a:rPr lang="en">
                <a:solidFill>
                  <a:srgbClr val="D9D9D9"/>
                </a:solidFill>
              </a:rPr>
              <a:t>Ryan Basso</a:t>
            </a:r>
          </a:p>
          <a:p>
            <a:pPr indent="0" lvl="0" marL="0" rtl="0">
              <a:spcBef>
                <a:spcPts val="0"/>
              </a:spcBef>
              <a:buNone/>
            </a:pPr>
            <a:r>
              <a:rPr lang="en">
                <a:solidFill>
                  <a:srgbClr val="D9D9D9"/>
                </a:solidFill>
              </a:rPr>
              <a:t>Cheng Li</a:t>
            </a:r>
          </a:p>
        </p:txBody>
      </p:sp>
      <p:pic>
        <p:nvPicPr>
          <p:cNvPr id="55" name="Shape 5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475508">
            <a:off x="1687850" y="989574"/>
            <a:ext cx="4211049" cy="1702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6" name="Shape 5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562305">
            <a:off x="5007200" y="1516875"/>
            <a:ext cx="1595322" cy="1602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Shape 6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rIns="91425" wrap="square" tIns="91425">
            <a:noAutofit/>
          </a:bodyPr>
          <a:lstStyle/>
          <a:p>
            <a:pPr indent="0" lvl="0" marL="0" algn="ctr">
              <a:spcBef>
                <a:spcPts val="0"/>
              </a:spcBef>
              <a:buNone/>
            </a:pPr>
            <a:r>
              <a:rPr lang="en"/>
              <a:t>NODE KONNECTOR (Overview)</a:t>
            </a:r>
          </a:p>
        </p:txBody>
      </p:sp>
      <p:sp>
        <p:nvSpPr>
          <p:cNvPr id="62" name="Shape 6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rIns="91425" wrap="square" tIns="91425">
            <a:noAutofit/>
          </a:bodyPr>
          <a:lstStyle/>
          <a:p>
            <a: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Node co</a:t>
            </a:r>
            <a:r>
              <a:rPr lang="en"/>
              <a:t>nnector is a logic based puzzle game, in which the users can…….</a:t>
            </a:r>
          </a:p>
          <a:p>
            <a: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Pick a level</a:t>
            </a:r>
          </a:p>
          <a:p>
            <a: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Select a node</a:t>
            </a:r>
          </a:p>
          <a:p>
            <a: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Bond the nodes</a:t>
            </a:r>
          </a:p>
          <a:p>
            <a: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Check for winning!</a:t>
            </a:r>
          </a:p>
          <a:p>
            <a:pPr indent="-317500" lvl="1" marL="914400" rtl="0">
              <a:spcBef>
                <a:spcPts val="0"/>
              </a:spcBef>
              <a:buSzPts val="1400"/>
              <a:buChar char="○"/>
            </a:pPr>
            <a:r>
              <a:rPr lang="en"/>
              <a:t>Save your level progress locally, or, over Facebook!</a:t>
            </a:r>
          </a:p>
          <a:p>
            <a:pPr indent="0" lvl="0" marL="0" rt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Shape 6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rIns="91425" wrap="square" tIns="91425">
            <a:noAutofit/>
          </a:bodyPr>
          <a:lstStyle/>
          <a:p>
            <a:pPr indent="0" lvl="0" marL="0" algn="ctr">
              <a:spcBef>
                <a:spcPts val="0"/>
              </a:spcBef>
              <a:buNone/>
            </a:pPr>
            <a:r>
              <a:rPr lang="en"/>
              <a:t>Why Node Konnector? (Innovation)</a:t>
            </a:r>
          </a:p>
        </p:txBody>
      </p:sp>
      <p:sp>
        <p:nvSpPr>
          <p:cNvPr id="68" name="Shape 6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rIns="91425" wrap="square" tIns="91425">
            <a:noAutofit/>
          </a:bodyPr>
          <a:lstStyle/>
          <a:p>
            <a: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Logic-based p</a:t>
            </a:r>
            <a:r>
              <a:rPr lang="en"/>
              <a:t>uzzle Game</a:t>
            </a:r>
          </a:p>
          <a:p>
            <a: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Fun pastime</a:t>
            </a:r>
          </a:p>
          <a:p>
            <a: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Targeted audience:</a:t>
            </a:r>
          </a:p>
          <a:p>
            <a: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Chess, sudoku, puzzle, maze-solving, crossword, enthusiasts</a:t>
            </a:r>
          </a:p>
          <a:p>
            <a: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Anyone with VOPOFROB Syndrome (Verge-Of-Passing-Out-FROm-Boredom) </a:t>
            </a:r>
          </a:p>
          <a:p>
            <a: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Anyone with a particularly strong (if not strange) affection for green circles, yellow triangles, blue squares, red hexagons, or white/purple lines</a:t>
            </a:r>
          </a:p>
          <a:p>
            <a:pPr indent="-317500" lvl="1" marL="914400" rtl="0">
              <a:spcBef>
                <a:spcPts val="0"/>
              </a:spcBef>
              <a:buSzPts val="1400"/>
              <a:buChar char="○"/>
            </a:pPr>
            <a:r>
              <a:rPr lang="en"/>
              <a:t>Chuck Norris</a:t>
            </a:r>
          </a:p>
          <a:p>
            <a:pPr indent="0" lvl="0" marL="0" rtl="0">
              <a:spcBef>
                <a:spcPts val="0"/>
              </a:spcBef>
              <a:buNone/>
            </a:pPr>
            <a:r>
              <a:t/>
            </a:r>
            <a:endParaRPr/>
          </a:p>
          <a:p>
            <a:pPr indent="-342900" lvl="0" marL="457200" rtl="0">
              <a:spcBef>
                <a:spcPts val="0"/>
              </a:spcBef>
              <a:buSzPts val="1800"/>
              <a:buChar char="●"/>
            </a:pPr>
            <a:r>
              <a:rPr lang="en"/>
              <a:t>Let’s....konnect the nodes!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Shape 73"/>
          <p:cNvSpPr txBox="1"/>
          <p:nvPr>
            <p:ph type="title"/>
          </p:nvPr>
        </p:nvSpPr>
        <p:spPr>
          <a:xfrm>
            <a:off x="311700" y="216425"/>
            <a:ext cx="8520600" cy="572700"/>
          </a:xfrm>
          <a:prstGeom prst="rect">
            <a:avLst/>
          </a:prstGeom>
        </p:spPr>
        <p:txBody>
          <a:bodyPr anchorCtr="0" anchor="t" bIns="91425" lIns="91425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buNone/>
            </a:pPr>
            <a:r>
              <a:rPr lang="en"/>
              <a:t>Sample Winning Structures</a:t>
            </a:r>
          </a:p>
        </p:txBody>
      </p:sp>
      <p:pic>
        <p:nvPicPr>
          <p:cNvPr id="74" name="Shape 7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1813" y="1103850"/>
            <a:ext cx="1859570" cy="3820973"/>
          </a:xfrm>
          <a:prstGeom prst="rect">
            <a:avLst/>
          </a:prstGeom>
          <a:noFill/>
          <a:ln>
            <a:noFill/>
          </a:ln>
        </p:spPr>
      </p:pic>
      <p:pic>
        <p:nvPicPr>
          <p:cNvPr id="75" name="Shape 7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052270" y="1103850"/>
            <a:ext cx="1859570" cy="3820973"/>
          </a:xfrm>
          <a:prstGeom prst="rect">
            <a:avLst/>
          </a:prstGeom>
          <a:noFill/>
          <a:ln>
            <a:noFill/>
          </a:ln>
        </p:spPr>
      </p:pic>
      <p:pic>
        <p:nvPicPr>
          <p:cNvPr id="76" name="Shape 7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67032" y="1103850"/>
            <a:ext cx="1859570" cy="3820973"/>
          </a:xfrm>
          <a:prstGeom prst="rect">
            <a:avLst/>
          </a:prstGeom>
          <a:noFill/>
          <a:ln>
            <a:noFill/>
          </a:ln>
        </p:spPr>
      </p:pic>
      <p:pic>
        <p:nvPicPr>
          <p:cNvPr id="77" name="Shape 7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15425" y="1101663"/>
            <a:ext cx="1859550" cy="3825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Shape 8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rIns="91425" wrap="square" tIns="91425">
            <a:noAutofit/>
          </a:bodyPr>
          <a:lstStyle/>
          <a:p>
            <a:pPr indent="-69850" lvl="0" marL="0" rtl="0">
              <a:spcBef>
                <a:spcPts val="0"/>
              </a:spcBef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The Node Konnector Game</a:t>
            </a:r>
          </a:p>
        </p:txBody>
      </p:sp>
      <p:cxnSp>
        <p:nvCxnSpPr>
          <p:cNvPr id="83" name="Shape 83"/>
          <p:cNvCxnSpPr/>
          <p:nvPr/>
        </p:nvCxnSpPr>
        <p:spPr>
          <a:xfrm>
            <a:off x="2341600" y="2761525"/>
            <a:ext cx="964800" cy="9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lg" w="lg" type="none"/>
            <a:tailEnd len="lg" w="lg" type="triangle"/>
          </a:ln>
        </p:spPr>
      </p:cxnSp>
      <p:pic>
        <p:nvPicPr>
          <p:cNvPr id="84" name="Shape 8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170100"/>
            <a:ext cx="2029901" cy="3608731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Shape 8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06412" y="1170125"/>
            <a:ext cx="2029876" cy="3608674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Shape 86"/>
          <p:cNvSpPr txBox="1"/>
          <p:nvPr/>
        </p:nvSpPr>
        <p:spPr>
          <a:xfrm>
            <a:off x="2341600" y="2472300"/>
            <a:ext cx="964800" cy="3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buNone/>
            </a:pPr>
            <a:r>
              <a:rPr lang="en"/>
              <a:t>  Game</a:t>
            </a:r>
          </a:p>
          <a:p>
            <a:pPr indent="0" lvl="0" marL="0">
              <a:spcBef>
                <a:spcPts val="0"/>
              </a:spcBef>
              <a:buNone/>
            </a:pPr>
            <a:r>
              <a:rPr lang="en"/>
              <a:t>Progress</a:t>
            </a:r>
          </a:p>
        </p:txBody>
      </p:sp>
      <p:sp>
        <p:nvSpPr>
          <p:cNvPr id="87" name="Shape 87"/>
          <p:cNvSpPr txBox="1"/>
          <p:nvPr/>
        </p:nvSpPr>
        <p:spPr>
          <a:xfrm>
            <a:off x="5336300" y="2472300"/>
            <a:ext cx="964800" cy="3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buNone/>
            </a:pPr>
            <a:r>
              <a:rPr lang="en"/>
              <a:t>  Level</a:t>
            </a:r>
          </a:p>
          <a:p>
            <a:pPr indent="0" lvl="0" marL="0" rtl="0">
              <a:spcBef>
                <a:spcPts val="0"/>
              </a:spcBef>
              <a:buNone/>
            </a:pPr>
            <a:r>
              <a:rPr lang="en"/>
              <a:t>Selected</a:t>
            </a:r>
          </a:p>
        </p:txBody>
      </p:sp>
      <p:cxnSp>
        <p:nvCxnSpPr>
          <p:cNvPr id="88" name="Shape 88"/>
          <p:cNvCxnSpPr/>
          <p:nvPr/>
        </p:nvCxnSpPr>
        <p:spPr>
          <a:xfrm>
            <a:off x="5336300" y="2761525"/>
            <a:ext cx="964800" cy="9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lg" w="lg" type="none"/>
            <a:tailEnd len="lg" w="lg" type="triangle"/>
          </a:ln>
        </p:spPr>
      </p:cxnSp>
      <p:pic>
        <p:nvPicPr>
          <p:cNvPr id="89" name="Shape 8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301100" y="1170125"/>
            <a:ext cx="2029901" cy="3608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Shape 9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rIns="91425" wrap="square" tIns="91425">
            <a:noAutofit/>
          </a:bodyPr>
          <a:lstStyle/>
          <a:p>
            <a: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Login</a:t>
            </a:r>
          </a:p>
          <a:p>
            <a:pPr indent="-342900" lvl="0" marL="457200" rtl="0">
              <a:spcBef>
                <a:spcPts val="0"/>
              </a:spcBef>
              <a:buSzPts val="1800"/>
              <a:buChar char="●"/>
            </a:pPr>
            <a:r>
              <a:rPr lang="en"/>
              <a:t>Save progress</a:t>
            </a:r>
          </a:p>
          <a:p>
            <a:pPr indent="0" lvl="0" marL="0" rtl="0">
              <a:spcBef>
                <a:spcPts val="0"/>
              </a:spcBef>
              <a:buNone/>
            </a:pPr>
            <a:r>
              <a:rPr lang="en"/>
              <a:t>We will only have your:</a:t>
            </a:r>
          </a:p>
          <a:p>
            <a: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Email</a:t>
            </a:r>
          </a:p>
          <a:p>
            <a:pPr indent="-342900" lvl="0" marL="457200" rtl="0">
              <a:spcBef>
                <a:spcPts val="0"/>
              </a:spcBef>
              <a:buSzPts val="1800"/>
              <a:buChar char="●"/>
            </a:pPr>
            <a:r>
              <a:rPr lang="en"/>
              <a:t>User Name</a:t>
            </a:r>
          </a:p>
          <a:p>
            <a:pPr indent="0" lvl="0" marL="0" rtl="0">
              <a:spcBef>
                <a:spcPts val="0"/>
              </a:spcBef>
              <a:buNone/>
            </a:pPr>
            <a:r>
              <a:rPr lang="en"/>
              <a:t>Privacy Concerns:</a:t>
            </a:r>
          </a:p>
          <a:p>
            <a: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Information only used </a:t>
            </a:r>
            <a:r>
              <a:rPr lang="en"/>
              <a:t>and data is </a:t>
            </a:r>
            <a:r>
              <a:rPr lang="en"/>
              <a:t>saved in Firebase.</a:t>
            </a:r>
          </a:p>
          <a:p>
            <a:pPr indent="-342900" lvl="0" marL="457200" rtl="0">
              <a:spcBef>
                <a:spcPts val="0"/>
              </a:spcBef>
              <a:buSzPts val="1800"/>
              <a:buChar char="●"/>
            </a:pPr>
            <a:r>
              <a:rPr lang="en"/>
              <a:t>Info is only share between Facebook friends you invite on the device (future implementation) </a:t>
            </a:r>
          </a:p>
        </p:txBody>
      </p:sp>
      <p:sp>
        <p:nvSpPr>
          <p:cNvPr id="95" name="Shape 9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buNone/>
            </a:pPr>
            <a:r>
              <a:rPr lang="en"/>
              <a:t>Facebook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Shape 10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buNone/>
            </a:pPr>
            <a:r>
              <a:rPr lang="en"/>
              <a:t>Facebook Login</a:t>
            </a:r>
          </a:p>
        </p:txBody>
      </p:sp>
      <p:pic>
        <p:nvPicPr>
          <p:cNvPr id="101" name="Shape 10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0650" y="1170125"/>
            <a:ext cx="2149300" cy="38209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Shape 10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437050" y="1170125"/>
            <a:ext cx="2149300" cy="38209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Shape 10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413450" y="1170125"/>
            <a:ext cx="2149300" cy="3820978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04" name="Shape 104"/>
          <p:cNvCxnSpPr/>
          <p:nvPr/>
        </p:nvCxnSpPr>
        <p:spPr>
          <a:xfrm>
            <a:off x="2609950" y="2766175"/>
            <a:ext cx="8271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lg" w="lg" type="none"/>
            <a:tailEnd len="lg" w="lg" type="triangle"/>
          </a:ln>
        </p:spPr>
      </p:cxnSp>
      <p:cxnSp>
        <p:nvCxnSpPr>
          <p:cNvPr id="105" name="Shape 105"/>
          <p:cNvCxnSpPr/>
          <p:nvPr/>
        </p:nvCxnSpPr>
        <p:spPr>
          <a:xfrm>
            <a:off x="5586350" y="2766175"/>
            <a:ext cx="8271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lg" w="lg" type="none"/>
            <a:tailEnd len="lg" w="lg" type="triangle"/>
          </a:ln>
        </p:spPr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Shape 11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buNone/>
            </a:pPr>
            <a:r>
              <a:rPr lang="en"/>
              <a:t>Firebase Data</a:t>
            </a:r>
          </a:p>
        </p:txBody>
      </p:sp>
      <p:pic>
        <p:nvPicPr>
          <p:cNvPr id="111" name="Shape 1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152475"/>
            <a:ext cx="3712900" cy="3314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Shape 1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rIns="91425" wrap="square" tIns="91425">
            <a:noAutofit/>
          </a:bodyPr>
          <a:lstStyle/>
          <a:p>
            <a:pPr indent="-69850" lvl="0" marL="0">
              <a:spcBef>
                <a:spcPts val="0"/>
              </a:spcBef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Push Notifications</a:t>
            </a:r>
          </a:p>
        </p:txBody>
      </p:sp>
      <p:pic>
        <p:nvPicPr>
          <p:cNvPr id="117" name="Shape 1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0650" y="1170112"/>
            <a:ext cx="2149300" cy="382101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Shape 1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785550" y="1170125"/>
            <a:ext cx="1859570" cy="3820973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Shape 1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918495" y="1170125"/>
            <a:ext cx="1859570" cy="3820973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Shape 12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918840" y="1170125"/>
            <a:ext cx="1859570" cy="382097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Shape 1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buNone/>
            </a:pPr>
            <a:r>
              <a:rPr lang="en"/>
              <a:t>Active Users from Firebase Analytics</a:t>
            </a:r>
          </a:p>
        </p:txBody>
      </p:sp>
      <p:pic>
        <p:nvPicPr>
          <p:cNvPr id="126" name="Shape 1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9825" y="1107875"/>
            <a:ext cx="7207200" cy="37686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bg>
      <p:bgPr>
        <a:solidFill>
          <a:srgbClr val="FCE5CD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Shape 131"/>
          <p:cNvSpPr txBox="1"/>
          <p:nvPr>
            <p:ph type="title"/>
          </p:nvPr>
        </p:nvSpPr>
        <p:spPr>
          <a:xfrm>
            <a:off x="311700" y="1284075"/>
            <a:ext cx="8520600" cy="572700"/>
          </a:xfrm>
          <a:prstGeom prst="rect">
            <a:avLst/>
          </a:prstGeom>
        </p:spPr>
        <p:txBody>
          <a:bodyPr anchorCtr="0" anchor="t" bIns="91425" lIns="91425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buNone/>
            </a:pPr>
            <a:r>
              <a:rPr b="1" lang="en"/>
              <a:t>“Konnection”</a:t>
            </a:r>
          </a:p>
        </p:txBody>
      </p:sp>
      <p:sp>
        <p:nvSpPr>
          <p:cNvPr id="132" name="Shape 132"/>
          <p:cNvSpPr txBox="1"/>
          <p:nvPr>
            <p:ph idx="1" type="body"/>
          </p:nvPr>
        </p:nvSpPr>
        <p:spPr>
          <a:xfrm>
            <a:off x="311700" y="1856775"/>
            <a:ext cx="8520600" cy="930000"/>
          </a:xfrm>
          <a:prstGeom prst="rect">
            <a:avLst/>
          </a:prstGeom>
        </p:spPr>
        <p:txBody>
          <a:bodyPr anchorCtr="0" anchor="t" bIns="91425" lIns="91425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buNone/>
            </a:pPr>
            <a:r>
              <a:rPr lang="en"/>
              <a:t>How much each bond is worth</a:t>
            </a:r>
          </a:p>
          <a:p>
            <a:pPr indent="457200" lvl="0" marL="0">
              <a:spcBef>
                <a:spcPts val="0"/>
              </a:spcBef>
              <a:buNone/>
            </a:pPr>
            <a:r>
              <a:rPr lang="en"/>
              <a:t>SINGLE = 1 Konnection, DOUBLE = 2 Konnections, TRIPLE = 3 Konnections</a:t>
            </a:r>
          </a:p>
        </p:txBody>
      </p:sp>
      <p:sp>
        <p:nvSpPr>
          <p:cNvPr id="133" name="Shape 133"/>
          <p:cNvSpPr txBox="1"/>
          <p:nvPr>
            <p:ph type="title"/>
          </p:nvPr>
        </p:nvSpPr>
        <p:spPr>
          <a:xfrm>
            <a:off x="311700" y="210400"/>
            <a:ext cx="8520600" cy="572700"/>
          </a:xfrm>
          <a:prstGeom prst="rect">
            <a:avLst/>
          </a:prstGeom>
        </p:spPr>
        <p:txBody>
          <a:bodyPr anchorCtr="0" anchor="t" bIns="91425" lIns="91425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buNone/>
            </a:pPr>
            <a:r>
              <a:rPr b="1" lang="en"/>
              <a:t>“Bond”</a:t>
            </a:r>
          </a:p>
        </p:txBody>
      </p:sp>
      <p:sp>
        <p:nvSpPr>
          <p:cNvPr id="134" name="Shape 134"/>
          <p:cNvSpPr txBox="1"/>
          <p:nvPr>
            <p:ph idx="1" type="body"/>
          </p:nvPr>
        </p:nvSpPr>
        <p:spPr>
          <a:xfrm>
            <a:off x="311700" y="728950"/>
            <a:ext cx="8520600" cy="572700"/>
          </a:xfrm>
          <a:prstGeom prst="rect">
            <a:avLst/>
          </a:prstGeom>
        </p:spPr>
        <p:txBody>
          <a:bodyPr anchorCtr="0" anchor="t" bIns="91425" lIns="91425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buNone/>
            </a:pPr>
            <a:r>
              <a:rPr lang="en"/>
              <a:t>Link between two nodes/shapes</a:t>
            </a:r>
            <a:r>
              <a:rPr lang="en"/>
              <a:t> </a:t>
            </a:r>
          </a:p>
        </p:txBody>
      </p:sp>
      <p:sp>
        <p:nvSpPr>
          <p:cNvPr id="135" name="Shape 135"/>
          <p:cNvSpPr txBox="1"/>
          <p:nvPr>
            <p:ph type="title"/>
          </p:nvPr>
        </p:nvSpPr>
        <p:spPr>
          <a:xfrm>
            <a:off x="239975" y="2910038"/>
            <a:ext cx="8520600" cy="572700"/>
          </a:xfrm>
          <a:prstGeom prst="rect">
            <a:avLst/>
          </a:prstGeom>
        </p:spPr>
        <p:txBody>
          <a:bodyPr anchorCtr="0" anchor="t" bIns="91425" lIns="91425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buNone/>
            </a:pPr>
            <a:r>
              <a:rPr b="1" lang="en"/>
              <a:t>“Nodes (Shapes)”</a:t>
            </a:r>
          </a:p>
        </p:txBody>
      </p:sp>
      <p:sp>
        <p:nvSpPr>
          <p:cNvPr id="136" name="Shape 136"/>
          <p:cNvSpPr txBox="1"/>
          <p:nvPr>
            <p:ph idx="1" type="body"/>
          </p:nvPr>
        </p:nvSpPr>
        <p:spPr>
          <a:xfrm>
            <a:off x="311700" y="3482750"/>
            <a:ext cx="8520600" cy="1439400"/>
          </a:xfrm>
          <a:prstGeom prst="rect">
            <a:avLst/>
          </a:prstGeom>
        </p:spPr>
        <p:txBody>
          <a:bodyPr anchorCtr="0" anchor="t" bIns="91425" lIns="91425" rIns="91425" wrap="square" tIns="91425">
            <a:noAutofit/>
          </a:bodyPr>
          <a:lstStyle/>
          <a:p>
            <a:pPr indent="457200" lvl="0" marL="0" rtl="0">
              <a:spcBef>
                <a:spcPts val="0"/>
              </a:spcBef>
              <a:buNone/>
            </a:pPr>
            <a:r>
              <a:rPr lang="en"/>
              <a:t>CIRCLES = must have 1 Konnection</a:t>
            </a:r>
          </a:p>
          <a:p>
            <a:pPr indent="457200" lvl="0" marL="0" rtl="0">
              <a:spcBef>
                <a:spcPts val="0"/>
              </a:spcBef>
              <a:buNone/>
            </a:pPr>
            <a:r>
              <a:rPr lang="en"/>
              <a:t>SQUARES = must have 2 Konnections		HEXAGONS = must have 4</a:t>
            </a:r>
          </a:p>
          <a:p>
            <a:pPr indent="457200" lvl="0" marL="0" rtl="0">
              <a:spcBef>
                <a:spcPts val="0"/>
              </a:spcBef>
              <a:buNone/>
            </a:pPr>
            <a:r>
              <a:rPr lang="en"/>
              <a:t>TRIANGLES = must have 3 Konnections		Konnections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bg>
      <p:bgPr>
        <a:solidFill>
          <a:srgbClr val="999999"/>
        </a:solidFill>
      </p:bgPr>
    </p:bg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Shape 141"/>
          <p:cNvSpPr txBox="1"/>
          <p:nvPr>
            <p:ph type="title"/>
          </p:nvPr>
        </p:nvSpPr>
        <p:spPr>
          <a:xfrm>
            <a:off x="1450350" y="350125"/>
            <a:ext cx="4236900" cy="572700"/>
          </a:xfrm>
          <a:prstGeom prst="rect">
            <a:avLst/>
          </a:prstGeom>
        </p:spPr>
        <p:txBody>
          <a:bodyPr anchorCtr="0" anchor="t" bIns="91425" lIns="91425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buNone/>
            </a:pPr>
            <a:r>
              <a:rPr b="1" lang="en">
                <a:solidFill>
                  <a:srgbClr val="D9D9D9"/>
                </a:solidFill>
              </a:rPr>
              <a:t>Shapes</a:t>
            </a:r>
          </a:p>
          <a:p>
            <a:pPr indent="0" lvl="0" marL="0">
              <a:spcBef>
                <a:spcPts val="0"/>
              </a:spcBef>
              <a:buNone/>
            </a:pPr>
            <a:r>
              <a:rPr lang="en">
                <a:solidFill>
                  <a:srgbClr val="D9D9D9"/>
                </a:solidFill>
              </a:rPr>
              <a:t>Circles = 1 Konnection</a:t>
            </a:r>
          </a:p>
        </p:txBody>
      </p:sp>
      <p:pic>
        <p:nvPicPr>
          <p:cNvPr id="142" name="Shape 1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00113" y="2274525"/>
            <a:ext cx="1381125" cy="752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Shape 14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74775" y="1804913"/>
            <a:ext cx="695325" cy="742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" name="Shape 14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58325" y="1981638"/>
            <a:ext cx="1295400" cy="781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" name="Shape 14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15488" y="2965225"/>
            <a:ext cx="1276350" cy="781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" name="Shape 146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614688" y="2762687"/>
            <a:ext cx="1815497" cy="1186125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Shape 147"/>
          <p:cNvSpPr txBox="1"/>
          <p:nvPr/>
        </p:nvSpPr>
        <p:spPr>
          <a:xfrm>
            <a:off x="6130098" y="4242050"/>
            <a:ext cx="1381200" cy="44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wrap="square" tIns="91425">
            <a:noAutofit/>
          </a:bodyPr>
          <a:lstStyle/>
          <a:p>
            <a:pPr indent="0" lvl="0" marL="0" algn="ctr">
              <a:spcBef>
                <a:spcPts val="0"/>
              </a:spcBef>
              <a:buNone/>
            </a:pPr>
            <a:r>
              <a:rPr b="1" lang="en" sz="2400">
                <a:solidFill>
                  <a:srgbClr val="00FF00"/>
                </a:solidFill>
              </a:rPr>
              <a:t>GOOD</a:t>
            </a:r>
          </a:p>
        </p:txBody>
      </p:sp>
      <p:sp>
        <p:nvSpPr>
          <p:cNvPr id="148" name="Shape 148"/>
          <p:cNvSpPr txBox="1"/>
          <p:nvPr/>
        </p:nvSpPr>
        <p:spPr>
          <a:xfrm>
            <a:off x="1495373" y="4242050"/>
            <a:ext cx="1381200" cy="44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buNone/>
            </a:pPr>
            <a:r>
              <a:rPr b="1" lang="en" sz="2400">
                <a:solidFill>
                  <a:srgbClr val="FF0000"/>
                </a:solidFill>
              </a:rPr>
              <a:t>BAD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bg>
      <p:bgPr>
        <a:solidFill>
          <a:srgbClr val="999999"/>
        </a:solidFill>
      </p:bgPr>
    </p:bg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Shape 15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buNone/>
            </a:pPr>
            <a:r>
              <a:rPr b="1" lang="en"/>
              <a:t>Squares</a:t>
            </a:r>
            <a:r>
              <a:rPr lang="en"/>
              <a:t> = 2 Konnections</a:t>
            </a:r>
          </a:p>
        </p:txBody>
      </p:sp>
      <p:pic>
        <p:nvPicPr>
          <p:cNvPr id="154" name="Shape 15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79325" y="2583200"/>
            <a:ext cx="1771650" cy="1038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Shape 15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39600" y="1525925"/>
            <a:ext cx="1476375" cy="838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" name="Shape 15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12950" y="1300650"/>
            <a:ext cx="1152525" cy="1171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Shape 15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192175" y="1525913"/>
            <a:ext cx="1352550" cy="1057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Shape 158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139363" y="3091375"/>
            <a:ext cx="1485900" cy="809625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Shape 159"/>
          <p:cNvSpPr txBox="1"/>
          <p:nvPr/>
        </p:nvSpPr>
        <p:spPr>
          <a:xfrm>
            <a:off x="5905673" y="4086450"/>
            <a:ext cx="1381200" cy="44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buNone/>
            </a:pPr>
            <a:r>
              <a:rPr b="1" lang="en" sz="2400">
                <a:solidFill>
                  <a:srgbClr val="00FF00"/>
                </a:solidFill>
              </a:rPr>
              <a:t>GOOD</a:t>
            </a:r>
          </a:p>
        </p:txBody>
      </p:sp>
      <p:sp>
        <p:nvSpPr>
          <p:cNvPr id="160" name="Shape 160"/>
          <p:cNvSpPr txBox="1"/>
          <p:nvPr/>
        </p:nvSpPr>
        <p:spPr>
          <a:xfrm>
            <a:off x="984173" y="4176075"/>
            <a:ext cx="1381200" cy="44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buNone/>
            </a:pPr>
            <a:r>
              <a:rPr b="1" lang="en" sz="2400">
                <a:solidFill>
                  <a:srgbClr val="FF0000"/>
                </a:solidFill>
              </a:rPr>
              <a:t>BAD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bg>
      <p:bgPr>
        <a:solidFill>
          <a:srgbClr val="999999"/>
        </a:solidFill>
      </p:bgPr>
    </p:bg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Shape 16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buNone/>
            </a:pPr>
            <a:r>
              <a:rPr b="1" lang="en"/>
              <a:t>Triangles</a:t>
            </a:r>
            <a:r>
              <a:rPr lang="en"/>
              <a:t> = 3 Konnections</a:t>
            </a:r>
          </a:p>
        </p:txBody>
      </p:sp>
      <p:pic>
        <p:nvPicPr>
          <p:cNvPr id="166" name="Shape 16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56725" y="1600450"/>
            <a:ext cx="914400" cy="1152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" name="Shape 16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258600" y="2408375"/>
            <a:ext cx="1238250" cy="1190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Shape 16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020475" y="1017725"/>
            <a:ext cx="1476375" cy="942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Shape 16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939225" y="1355575"/>
            <a:ext cx="1009650" cy="981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Shape 17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598475" y="2014875"/>
            <a:ext cx="781050" cy="1200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Shape 171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88575" y="2674500"/>
            <a:ext cx="1352550" cy="1162050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Shape 172"/>
          <p:cNvSpPr txBox="1"/>
          <p:nvPr/>
        </p:nvSpPr>
        <p:spPr>
          <a:xfrm>
            <a:off x="5877398" y="4212200"/>
            <a:ext cx="1381200" cy="44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buNone/>
            </a:pPr>
            <a:r>
              <a:rPr b="1" lang="en" sz="2400">
                <a:solidFill>
                  <a:srgbClr val="00FF00"/>
                </a:solidFill>
              </a:rPr>
              <a:t>GOOD</a:t>
            </a:r>
          </a:p>
        </p:txBody>
      </p:sp>
      <p:sp>
        <p:nvSpPr>
          <p:cNvPr id="173" name="Shape 173"/>
          <p:cNvSpPr txBox="1"/>
          <p:nvPr/>
        </p:nvSpPr>
        <p:spPr>
          <a:xfrm>
            <a:off x="1217273" y="4212200"/>
            <a:ext cx="1381200" cy="44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buNone/>
            </a:pPr>
            <a:r>
              <a:rPr b="1" lang="en" sz="2400">
                <a:solidFill>
                  <a:srgbClr val="FF0000"/>
                </a:solidFill>
              </a:rPr>
              <a:t>BAD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bg>
      <p:bgPr>
        <a:solidFill>
          <a:srgbClr val="999999"/>
        </a:solidFill>
      </p:bgPr>
    </p:bg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Shape 17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buNone/>
            </a:pPr>
            <a:r>
              <a:rPr b="1" lang="en"/>
              <a:t>Hexagons</a:t>
            </a:r>
            <a:r>
              <a:rPr lang="en"/>
              <a:t> = 4 Konnections</a:t>
            </a:r>
          </a:p>
        </p:txBody>
      </p:sp>
      <p:pic>
        <p:nvPicPr>
          <p:cNvPr id="179" name="Shape 17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05700" y="1041550"/>
            <a:ext cx="1171575" cy="1200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0" name="Shape 18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998625" y="1217763"/>
            <a:ext cx="1171575" cy="1104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1" name="Shape 18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085475" y="2879575"/>
            <a:ext cx="1285875" cy="1200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2" name="Shape 18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348550" y="2831950"/>
            <a:ext cx="1285875" cy="129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3" name="Shape 183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945225" y="1353325"/>
            <a:ext cx="1152525" cy="1143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" name="Shape 184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792825" y="2831913"/>
            <a:ext cx="1304925" cy="942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" name="Shape 185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2447375" y="2047875"/>
            <a:ext cx="1095375" cy="1047750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Shape 186"/>
          <p:cNvSpPr txBox="1"/>
          <p:nvPr/>
        </p:nvSpPr>
        <p:spPr>
          <a:xfrm>
            <a:off x="6121098" y="4377150"/>
            <a:ext cx="1381200" cy="44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buNone/>
            </a:pPr>
            <a:r>
              <a:rPr b="1" lang="en" sz="2400">
                <a:solidFill>
                  <a:srgbClr val="00FF00"/>
                </a:solidFill>
              </a:rPr>
              <a:t>GOOD</a:t>
            </a:r>
          </a:p>
        </p:txBody>
      </p:sp>
      <p:sp>
        <p:nvSpPr>
          <p:cNvPr id="187" name="Shape 187"/>
          <p:cNvSpPr txBox="1"/>
          <p:nvPr/>
        </p:nvSpPr>
        <p:spPr>
          <a:xfrm>
            <a:off x="1504398" y="4377150"/>
            <a:ext cx="1381200" cy="44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buNone/>
            </a:pPr>
            <a:r>
              <a:rPr b="1" lang="en" sz="2400">
                <a:solidFill>
                  <a:srgbClr val="FF0000"/>
                </a:solidFill>
              </a:rPr>
              <a:t>BAD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bg>
      <p:bgPr>
        <a:solidFill>
          <a:srgbClr val="FCE5CD"/>
        </a:solidFill>
      </p:bgPr>
    </p:bg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Shape 192"/>
          <p:cNvSpPr txBox="1"/>
          <p:nvPr>
            <p:ph type="title"/>
          </p:nvPr>
        </p:nvSpPr>
        <p:spPr>
          <a:xfrm>
            <a:off x="311700" y="1284075"/>
            <a:ext cx="8520600" cy="572700"/>
          </a:xfrm>
          <a:prstGeom prst="rect">
            <a:avLst/>
          </a:prstGeom>
        </p:spPr>
        <p:txBody>
          <a:bodyPr anchorCtr="0" anchor="t" bIns="91425" lIns="91425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buNone/>
            </a:pPr>
            <a:r>
              <a:rPr b="1" lang="en"/>
              <a:t>“Konnection”</a:t>
            </a:r>
          </a:p>
        </p:txBody>
      </p:sp>
      <p:sp>
        <p:nvSpPr>
          <p:cNvPr id="193" name="Shape 193"/>
          <p:cNvSpPr txBox="1"/>
          <p:nvPr>
            <p:ph idx="1" type="body"/>
          </p:nvPr>
        </p:nvSpPr>
        <p:spPr>
          <a:xfrm>
            <a:off x="311700" y="1856775"/>
            <a:ext cx="8520600" cy="930000"/>
          </a:xfrm>
          <a:prstGeom prst="rect">
            <a:avLst/>
          </a:prstGeom>
        </p:spPr>
        <p:txBody>
          <a:bodyPr anchorCtr="0" anchor="t" bIns="91425" lIns="91425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buNone/>
            </a:pPr>
            <a:r>
              <a:rPr lang="en"/>
              <a:t>How much each bond is worth</a:t>
            </a:r>
          </a:p>
          <a:p>
            <a:pPr indent="457200" lvl="0" marL="0" rtl="0">
              <a:spcBef>
                <a:spcPts val="0"/>
              </a:spcBef>
              <a:buNone/>
            </a:pPr>
            <a:r>
              <a:rPr lang="en"/>
              <a:t>SINGLE = 1 Konnection, DOUBLE = 2 Konnections, TRIPLE = 3 Konnections</a:t>
            </a:r>
          </a:p>
        </p:txBody>
      </p:sp>
      <p:sp>
        <p:nvSpPr>
          <p:cNvPr id="194" name="Shape 194"/>
          <p:cNvSpPr txBox="1"/>
          <p:nvPr>
            <p:ph type="title"/>
          </p:nvPr>
        </p:nvSpPr>
        <p:spPr>
          <a:xfrm>
            <a:off x="311700" y="210400"/>
            <a:ext cx="8520600" cy="572700"/>
          </a:xfrm>
          <a:prstGeom prst="rect">
            <a:avLst/>
          </a:prstGeom>
        </p:spPr>
        <p:txBody>
          <a:bodyPr anchorCtr="0" anchor="t" bIns="91425" lIns="91425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buNone/>
            </a:pPr>
            <a:r>
              <a:rPr b="1" lang="en"/>
              <a:t>“Bond”</a:t>
            </a:r>
          </a:p>
        </p:txBody>
      </p:sp>
      <p:sp>
        <p:nvSpPr>
          <p:cNvPr id="195" name="Shape 195"/>
          <p:cNvSpPr txBox="1"/>
          <p:nvPr>
            <p:ph idx="1" type="body"/>
          </p:nvPr>
        </p:nvSpPr>
        <p:spPr>
          <a:xfrm>
            <a:off x="311700" y="728950"/>
            <a:ext cx="8520600" cy="572700"/>
          </a:xfrm>
          <a:prstGeom prst="rect">
            <a:avLst/>
          </a:prstGeom>
        </p:spPr>
        <p:txBody>
          <a:bodyPr anchorCtr="0" anchor="t" bIns="91425" lIns="91425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buNone/>
            </a:pPr>
            <a:r>
              <a:rPr lang="en"/>
              <a:t>Link between two nodes/shapes </a:t>
            </a:r>
          </a:p>
        </p:txBody>
      </p:sp>
      <p:sp>
        <p:nvSpPr>
          <p:cNvPr id="196" name="Shape 196"/>
          <p:cNvSpPr txBox="1"/>
          <p:nvPr>
            <p:ph type="title"/>
          </p:nvPr>
        </p:nvSpPr>
        <p:spPr>
          <a:xfrm>
            <a:off x="239975" y="2910038"/>
            <a:ext cx="8520600" cy="572700"/>
          </a:xfrm>
          <a:prstGeom prst="rect">
            <a:avLst/>
          </a:prstGeom>
        </p:spPr>
        <p:txBody>
          <a:bodyPr anchorCtr="0" anchor="t" bIns="91425" lIns="91425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buNone/>
            </a:pPr>
            <a:r>
              <a:rPr b="1" lang="en"/>
              <a:t>“Nodes (Shapes)”</a:t>
            </a:r>
          </a:p>
        </p:txBody>
      </p:sp>
      <p:sp>
        <p:nvSpPr>
          <p:cNvPr id="197" name="Shape 197"/>
          <p:cNvSpPr txBox="1"/>
          <p:nvPr>
            <p:ph idx="1" type="body"/>
          </p:nvPr>
        </p:nvSpPr>
        <p:spPr>
          <a:xfrm>
            <a:off x="311700" y="3482750"/>
            <a:ext cx="8520600" cy="1439400"/>
          </a:xfrm>
          <a:prstGeom prst="rect">
            <a:avLst/>
          </a:prstGeom>
        </p:spPr>
        <p:txBody>
          <a:bodyPr anchorCtr="0" anchor="t" bIns="91425" lIns="91425" rIns="91425" wrap="square" tIns="91425">
            <a:noAutofit/>
          </a:bodyPr>
          <a:lstStyle/>
          <a:p>
            <a:pPr indent="457200" lvl="0" marL="0" rtl="0">
              <a:spcBef>
                <a:spcPts val="0"/>
              </a:spcBef>
              <a:buNone/>
            </a:pPr>
            <a:r>
              <a:rPr lang="en"/>
              <a:t>CIRCLES = must have 1 Konnection</a:t>
            </a:r>
          </a:p>
          <a:p>
            <a:pPr indent="457200" lvl="0" marL="0" rtl="0">
              <a:spcBef>
                <a:spcPts val="0"/>
              </a:spcBef>
              <a:buNone/>
            </a:pPr>
            <a:r>
              <a:rPr lang="en"/>
              <a:t>SQUARES = must have 2 Konnections		HEXAGONS = must have 4</a:t>
            </a:r>
          </a:p>
          <a:p>
            <a:pPr indent="457200" lvl="0" marL="0" rtl="0">
              <a:spcBef>
                <a:spcPts val="0"/>
              </a:spcBef>
              <a:buNone/>
            </a:pPr>
            <a:r>
              <a:rPr lang="en"/>
              <a:t>TRIANGLES = must have 3 Konnections		Konnections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Shape 202"/>
          <p:cNvSpPr txBox="1"/>
          <p:nvPr>
            <p:ph type="title"/>
          </p:nvPr>
        </p:nvSpPr>
        <p:spPr>
          <a:xfrm>
            <a:off x="2464200" y="2035800"/>
            <a:ext cx="4215600" cy="572700"/>
          </a:xfrm>
          <a:prstGeom prst="rect">
            <a:avLst/>
          </a:prstGeom>
        </p:spPr>
        <p:txBody>
          <a:bodyPr anchorCtr="0" anchor="t" bIns="91425" lIns="91425" rIns="91425" wrap="square" tIns="91425">
            <a:noAutofit/>
          </a:bodyPr>
          <a:lstStyle/>
          <a:p>
            <a:pPr indent="0" lvl="0" marL="1056750">
              <a:spcBef>
                <a:spcPts val="0"/>
              </a:spcBef>
              <a:buNone/>
            </a:pPr>
            <a:r>
              <a:rPr b="1" lang="en"/>
              <a:t>DEMO!!!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Shape 20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buNone/>
            </a:pPr>
            <a:r>
              <a:rPr lang="en"/>
              <a:t>Try THIS one on for size…</a:t>
            </a:r>
          </a:p>
        </p:txBody>
      </p:sp>
      <p:pic>
        <p:nvPicPr>
          <p:cNvPr id="208" name="Shape 20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0650" y="1170100"/>
            <a:ext cx="2149300" cy="3821016"/>
          </a:xfrm>
          <a:prstGeom prst="rect">
            <a:avLst/>
          </a:prstGeom>
          <a:noFill/>
          <a:ln>
            <a:noFill/>
          </a:ln>
        </p:spPr>
      </p:pic>
      <p:pic>
        <p:nvPicPr>
          <p:cNvPr id="209" name="Shape 20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437050" y="1170125"/>
            <a:ext cx="2149300" cy="3820978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10" name="Shape 210"/>
          <p:cNvCxnSpPr/>
          <p:nvPr/>
        </p:nvCxnSpPr>
        <p:spPr>
          <a:xfrm>
            <a:off x="2609950" y="2766175"/>
            <a:ext cx="8271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lg" w="lg" type="none"/>
            <a:tailEnd len="lg" w="lg" type="triangle"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Custom Theme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